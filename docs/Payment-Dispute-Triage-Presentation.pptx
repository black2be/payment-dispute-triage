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A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bsa 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731520"/>
            <a:ext cx="2200759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Payment Dispute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A415"/>
                </a:solidFill>
              </a:defRPr>
            </a:pPr>
            <a:r>
              <a:t>AI SDLC — Digital Platforms</a:t>
            </a:r>
            <a:br/>
            <a:r>
              <a:t>Engineering Community of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A1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1. Specifications — How roles contributed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2. Harness — Steering files, hooks, and specs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3. Demo — Live prototype demonstration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4. What We Learnt — Rethinking software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36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bsa 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65760"/>
            <a:ext cx="1320456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1. Specifications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A1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Build a rules-based payment dispute triage prototype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Help operations users determine the next best action for a dispute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Transparent, reproducible, and explainable decisions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Mock-only, no external integrations — focused on the decision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A1"/>
                </a:solidFill>
              </a:defRPr>
            </a:pPr>
            <a:r>
              <a:t>Role Contributions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3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Contribution</a:t>
                      </a:r>
                    </a:p>
                  </a:txBody>
                  <a:tcPr>
                    <a:solidFill>
                      <a:srgbClr val="003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Artefact</a:t>
                      </a:r>
                    </a:p>
                  </a:txBody>
                  <a:tcPr>
                    <a:solidFill>
                      <a:srgbClr val="0033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Product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Vision, scope, 4 actions, 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product.md, requirements.md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3-tier design, layering, data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design.md §1–2, architecture.md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API 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REST endpoints, validation, error 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design.md §4, api-spec.md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UI/UX 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Single-screen flow, palette, 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design.md §5, ui-spec.md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Rules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6 ordered rules, priority logic, 7 worked 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design.md §3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Test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51 test cases, property tests P1–P7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test-plan.md, testing-standards.md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Harness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Governance hooks, CI/CD,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governance.md, .kiro/hooks/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A1"/>
                </a:solidFill>
              </a:defRPr>
            </a:pPr>
            <a:r>
              <a:t>Key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Pure TypeScript rules engine — deterministic, no I/O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First-match-wins precedence (R1→R6)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Inject 'today' — no Date.now() inside the engine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Code-form enums in API/DB, label-form in UI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Persist recommendation even if display unavailable (REQ-05.5)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7 worked examples as deterministic oracle for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36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bsa 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65760"/>
            <a:ext cx="1320456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2. The Harness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A1"/>
                </a:solidFill>
              </a:defRPr>
            </a:pPr>
            <a:r>
              <a:t>Steering Files (.kiro/steering/)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003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33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00-instructions.md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Prime directive + guardrails (read first)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product.md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What/why/scope — the user journey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tech.md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Stack: React 18, Vite, Tailwind, Vitest, fast-check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structure.md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Directory layout, naming, layering rule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conventions.md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Coding patterns, rule array, inject today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governance.md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AI SDLC — mock-only, approved MCP, no PII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testing-standards.md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P1–P7, worked examples, boundaries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api-standards.md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REST conventions, validation, error shape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A1"/>
                </a:solidFill>
              </a:defRPr>
            </a:pPr>
            <a:r>
              <a:t>How Steering Guided Kiro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testing-standards.md auto-loaded when test files are open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Governance rules prevented PII/secrets in generated code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Structure rules enforced: engine never imports React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Conventions ensured thresholds in constants.ts — no magic numbers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Kiro's first attempt was usually correct because it had team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A1"/>
                </a:solidFill>
              </a:defRPr>
            </a:pPr>
            <a:r>
              <a:t>Hooks (.kiro/hooks/)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Hook</a:t>
                      </a:r>
                    </a:p>
                  </a:txBody>
                  <a:tcPr>
                    <a:solidFill>
                      <a:srgbClr val="003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003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033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lint-on-save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File edited (*.ts, *.tsx)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Run ESLint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typecheck-on-save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File edited (*.ts, *.tsx)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Run tsc --noEmit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test-on-change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File edited (*.test.ts)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Run Vitest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A1"/>
                </a:solidFill>
              </a:defRPr>
            </a:pPr>
            <a:r>
              <a:t>Specs (.kiro/specs/payment-triage/)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requirements.md — REQ-01 to REQ-07 with acceptance criteria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design.md — Architecture, data model, rules, API, UI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tasks.md — Ordered implementation plan (engine first, UI second)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The spec drove task execution top-to-bottom.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Each task names the REQ it satisfies — full traceability.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36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bsa 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65760"/>
            <a:ext cx="1320456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3. Live 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A1"/>
                </a:solidFill>
              </a:defRPr>
            </a:pPr>
            <a:r>
              <a:t>Demo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1. Happy path — demonstrate all 4 recommended actions: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   Resolve Immediately | Investigate Further | Escalate | Refer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2. Validation — empty form, future date rejection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3. Reference lookup — auto-populate vs manual entry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4. Rule transparency — all 6 rules visible, triggered one highlighted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5. Single screen — no navigation, summary + recommendation together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A1"/>
                </a:solidFill>
              </a:defRPr>
            </a:pPr>
            <a:r>
              <a:t>Demo URL &amp; Test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Live app: http://52.19.75.103:8081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Test results: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13 E2E tests with video recordings (Playwright)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27 unit/property tests (Vitest + fast-check)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9 API integration tests (supertest)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All 51 test cases from the test plan covered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Run: npx playwright show-report  (HTML report with videos)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36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bsa 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65760"/>
            <a:ext cx="1320456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4. What We Learnt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A1"/>
                </a:solidFill>
              </a:defRPr>
            </a:pPr>
            <a:r>
              <a:t>Mindset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003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0033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Write code, then 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Document decisions, then code flows from them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AI generates code, I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AI generates code within my team's constraints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Tests prove code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Properties prove the specification is upheld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Governance = manual checklist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Governance = automated hooks + CI gates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One person knows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B5563"/>
                          </a:solidFill>
                        </a:defRPr>
                      </a:pPr>
                      <a:r>
                        <a:t>Steering files mean everyone (and AI) knows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A1"/>
                </a:solidFill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Writing the spec first didn't slow us down — it eliminated bugs before they existed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The harness transforms AI from 'smart autocomplete' into 'team member that follows standards'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Property-based testing found edge cases we never would have written manually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Automated guardrails aren't bureaucracy — they're confidence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• The 7 worked examples caught 3 logic errors before any code existed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A1"/>
                </a:solidFill>
              </a:defRPr>
            </a:pPr>
            <a:r>
              <a:t>The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The AI SDLC harness transforms AI coding assistants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from 'smart autocomplete'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into 'team members that follow your standards.'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Prototype: ~2 hours of active work.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Without the harness: same time, more rework,</a:t>
            </a:r>
          </a:p>
          <a:p>
            <a:pPr>
              <a:spcAft>
                <a:spcPts val="800"/>
              </a:spcAft>
              <a:defRPr sz="1800">
                <a:solidFill>
                  <a:srgbClr val="4B5563"/>
                </a:solidFill>
              </a:defRPr>
            </a:pPr>
            <a:r>
              <a:t>inconsistency, and governance gaps.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A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bsa 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731520"/>
            <a:ext cx="2200759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A415"/>
                </a:solidFill>
              </a:defRPr>
            </a:pPr>
            <a:r>
              <a:t>Questions?</a:t>
            </a:r>
            <a:br/>
            <a:br/>
            <a:r>
              <a:t>Payment Dispute Triage — Digital Platforms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