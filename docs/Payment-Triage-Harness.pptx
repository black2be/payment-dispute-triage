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05840"/>
            <a:ext cx="3108960" cy="3108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91840"/>
            <a:ext cx="2011680" cy="20116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 ·  TEAM 45  ·  HARNESS ENGINEER 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that builds itself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Payment Dispute Triage prototype with Kiro — guided by a spec pack, steering, and hooks under AI SDLC governance.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Conference 2026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22–23 June  ·  Liberty, Johannesburg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Triaging payment disputes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debits, failed transfers, missing payments and unauthorized transactions arrive at high volume. Front-line staff gather data from multiple systems, interpret each case, and decide what to do — slowly and inconsistently.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07822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systems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32004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3364992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04872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04872" y="407822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decides differently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95344" y="32004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59936" y="3364992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9936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32504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32504" y="407822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hurts trust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155448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per case: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this dispute, what is the right next step right now?”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9436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· Investigate · Escalate · Refer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with AI — consistently,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squads and 150+ developers using AI tooling drift fast: shadow tools, inconsistent posture, and “vibe-coding” technical debt at industrial speed.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one governed way to build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0" y="155448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just build an app. We built the harness that builds the app.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harness: four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38528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design → tasks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50592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70048" y="173736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93852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834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project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00016" y="173736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193852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64608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64608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type-check · test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29984" y="173736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1938528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4576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894576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recipes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frontend-design, page-from-spec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say what; steering says how and is always-on; hooks enforce; skills are reusable.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 pack, role by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specification roles  →  docs/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9748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 (EARS)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066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27066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test-cases.md (51, GWT)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127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api-spec.md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35478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ui-spec.md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9684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39684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+ rules engine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0020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.kiro/specs  —  Kiro 3-phase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286000"/>
            <a:ext cx="384048" cy="384048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2356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235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+ acceptance criteria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20640" y="2999232"/>
            <a:ext cx="384048" cy="384048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29809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· rules · API ·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0" y="3712464"/>
            <a:ext cx="384048" cy="384048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23560" y="3694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23560" y="3986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sequenced, trackable build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Always-on context — budgeted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68880" y="1801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every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26280" y="180136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tech · structure · conventions · governance · 00-instructions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734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fileMatch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2734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when a file matches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73405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testing-standards → only with *.test.ts open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666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36667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 demand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66674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api-standards → via #api-standards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inclusion mode decides what Kiro sees, and when — that is the Harness Engineer’s lever.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 → code: it landed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structure.md → 7 engine modules + IDs R1…R6 verbatim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 §2.1 → code-form enums in the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constants.ts → 10k / 1k / 7 / 30 thresholds, centralized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REQ-01.6 → enum-injection rejection in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tech.md → exact stack (React/Vite/Express/Prisma/Vitest/fast-check)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testing-standards → P1–P7 property tests present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600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645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0372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modules built to spec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97880" y="257860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62432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903720" y="26700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first-match-wins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97880" y="3557016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60273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903720" y="3648456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mapped to REQs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steering didn’t 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is guidance, not a hard gate — only hooks block.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grew its own duplicate engine and runs triage in the browser — bypassing the server.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 drifted: display-label vs code-form enums; disputeDate vs transactionDate.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Day-2 fix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251460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layering rule in structure.md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hook that flags a second engine copy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decide client-only and delete the duplication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actions · 6 deterministic rules · explainable reasoning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874520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app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40680" y="2240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· Express · Prisma + SQLite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46120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+ governance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 CVE/malware · secrets/PII · compliance evidence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B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46120"/>
            <a:ext cx="420624" cy="420624"/>
          </a:xfrm>
          <a:prstGeom prst="ellipse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deploy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+ Caddy auto-HTTPS · af-south-1 (POPIA)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Mock-data only · rules-based, no AI/ML in the decision path · governed end to end.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2743200" cy="2743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822960"/>
            <a:ext cx="2194560" cy="21945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guidance shapes.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gates enforce.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delivery moved the build a long way — stack, structure, rules and tests landed as specified. The one drift is exactly what the Harness Engineer tunes next.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spec-driven AI delivery — demonstrated end to 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Dispute Triage — Spec-Driven Delivery with Kiro</dc:title>
  <dc:subject>PptxGenJS Presentation</dc:subject>
  <dc:creator>Harness Engineer</dc:creator>
  <cp:lastModifiedBy>Harness Engineer</cp:lastModifiedBy>
  <cp:revision>1</cp:revision>
  <dcterms:created xsi:type="dcterms:W3CDTF">2026-06-23T11:28:06Z</dcterms:created>
  <dcterms:modified xsi:type="dcterms:W3CDTF">2026-06-23T11:28:06Z</dcterms:modified>
</cp:coreProperties>
</file>